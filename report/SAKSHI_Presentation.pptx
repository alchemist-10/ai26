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SAKSHI turns multi-camera traffic video into reviewable, auditable vehicle and plate observations. Pretrained models do the perception; our contribution is the pipeline that keeps uncertainty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reviewing video by hand does not scale, and a naive ALPR demo can implicate the wrong vehicle. We use AI for detection and OCR because fixed rules fail on varied scenes, and we wrap it in review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objectives map to the six pipeline stages. The last line matters: we say clearly what we did not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combine established methods. Five or more works inform detection, tracking, plate OCR, efficient inference and evaluation. The report covers all of them in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figure left to right: sources, scheduler, detector, plate branch, tracker and gate, database, then rules, journeys, reports and queries behind one API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data supports runtime measurement and a small review, not an accuracy claim. Input sources: MP4 or RTSP. Output: observations, alerts, signed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model: small, CPU-capable, available pretrained. Separable self-attention avoids quadratic cost over patches. We did not train it; its accuracy on Indian plates is unmeasured.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safety idea. A wrong plate is worse than no plate, so a plate becomes queryable only after passing confidence, format, track and consensus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are from backend/tracking.py. Costs are heuristic scores, not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Stable, no failures, but below the 2 FPS budget on a single 12-thread laptop CPU. These are execution measurements,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41 percent faster than FP32 ONNX. Quantisation is a promising speed lever pending held-out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takeaway: the system declined to name a plate rather than name a wrong one. We do not claim an accuracy or false-accept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of concept framing: decode, inference and storage are separate, so they can be scaled independently. All projected numbers are labelled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Limitations: no held-out labels, single host, replay timestamps. Questions to expect are in Appendix A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reference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5A6775"/>
                </a:solidFill>
                <a:latin typeface="Calibri"/>
              </a:rPr>
              <a:t>CSE311 ARTIFICIAL INTELLIGENCE  |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0" b="1" i="0">
                <a:solidFill>
                  <a:srgbClr val="1F4E8C"/>
                </a:solidFill>
                <a:latin typeface="Calibri"/>
              </a:rPr>
              <a:t>SAKSHI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D3D"/>
                </a:solidFill>
                <a:latin typeface="Calibri"/>
              </a:rPr>
              <a:t>Multi-Camera Vehicle Analytics and Evidence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5A6775"/>
                </a:solidFill>
                <a:latin typeface="Calibri"/>
              </a:rPr>
              <a:t>Vehicle detection, licence-plate review and auditable observations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796" y="3931920"/>
            <a:ext cx="3121446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480560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A S Sri Dathan (2024BCS0091)</a:t>
            </a:r>
          </a:p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Akshay V.S (2024BCD0015)</a:t>
            </a:r>
          </a:p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Bharadwaj B Chand (2024BCS0059)</a:t>
            </a:r>
          </a:p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Shivansh Neekhra (2024BCS0023)</a:t>
            </a:r>
          </a:p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Srimoneyshankar Ajith (2024BCS0055)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775"/>
                </a:solidFill>
                <a:latin typeface="Calibri"/>
              </a:rPr>
              <a:t>Guide: Dr. Sreeja M U  |  Department of CSE, IIIT Kottayam  |  Third Year  | 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The Problem: Too Much Video, Too Little Trust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377440" cy="1097280"/>
          </a:xfrm>
          <a:prstGeom prst="roundRect">
            <a:avLst/>
          </a:prstGeom>
          <a:solidFill>
            <a:srgbClr val="DCE7F3"/>
          </a:solidFill>
          <a:ln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377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  <a:latin typeface="Calibri"/>
              </a:rPr>
              <a:t>Hours of CCTV from many cameras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90672" y="1737360"/>
            <a:ext cx="1728216" cy="365760"/>
          </a:xfrm>
          <a:prstGeom prst="rightArrow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92040" y="1371600"/>
            <a:ext cx="2377440" cy="1097280"/>
          </a:xfrm>
          <a:prstGeom prst="roundRect">
            <a:avLst/>
          </a:prstGeom>
          <a:solidFill>
            <a:srgbClr val="E1F0DC"/>
          </a:solidFill>
          <a:ln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371600"/>
            <a:ext cx="2377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  <a:latin typeface="Calibri"/>
              </a:rPr>
              <a:t>Candidate vehicles and plate reads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42632" y="1737360"/>
            <a:ext cx="1728216" cy="365760"/>
          </a:xfrm>
          <a:prstGeom prst="rightArrow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371600"/>
            <a:ext cx="2377440" cy="1097280"/>
          </a:xfrm>
          <a:prstGeom prst="roundRect">
            <a:avLst/>
          </a:prstGeom>
          <a:solidFill>
            <a:srgbClr val="FBE6D8"/>
          </a:solidFill>
          <a:ln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  <a:latin typeface="Calibri"/>
              </a:rPr>
              <a:t>Reviewed, auditable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3474720" cy="15544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3474720" cy="854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F4E8C"/>
                </a:solidFill>
                <a:latin typeface="Calibri"/>
              </a:rPr>
              <a:t>OCR can be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781044"/>
            <a:ext cx="3291839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Small, blurred plates get misread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926080"/>
            <a:ext cx="3474720" cy="15544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017520"/>
            <a:ext cx="3474720" cy="854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1F4E8C"/>
                </a:solidFill>
                <a:latin typeface="Calibri"/>
              </a:rPr>
              <a:t>Replay ≠ capture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81044"/>
            <a:ext cx="3291839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A file timestamp is not when it happened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926080"/>
            <a:ext cx="3474720" cy="15544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017520"/>
            <a:ext cx="3474720" cy="854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F4E8C"/>
                </a:solidFill>
                <a:latin typeface="Calibri"/>
              </a:rPr>
              <a:t>Wrong ID is costly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81044"/>
            <a:ext cx="3291839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So uncertain reads must abstain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2D3D"/>
                </a:solidFill>
                <a:latin typeface="Calibri"/>
              </a:rPr>
              <a:t>Example: a reviewer asks which cameras saw a blue truck last night. SAKSHI returns a short list of candidate frames with raw evidence and an uncertainty label, instead of a confident but unsupported plate.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21031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474720" cy="1156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8C"/>
                </a:solidFill>
                <a:latin typeface="Calibri"/>
              </a:rPr>
              <a:t>Shared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28315"/>
            <a:ext cx="3291839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One processor, global 2 FPS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21031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3474720" cy="1156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8C"/>
                </a:solidFill>
                <a:latin typeface="Calibri"/>
              </a:rPr>
              <a:t>Detect 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28315"/>
            <a:ext cx="3291839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Pretrained YOLOv8n; people for masking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21031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463040"/>
            <a:ext cx="3474720" cy="1156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8C"/>
                </a:solidFill>
                <a:latin typeface="Calibri"/>
              </a:rPr>
              <a:t>Read 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528315"/>
            <a:ext cx="3291839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Detector + OCR; keep raw and ambiguous 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3474720" cy="21031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3474720" cy="1156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8C"/>
                </a:solidFill>
                <a:latin typeface="Calibri"/>
              </a:rPr>
              <a:t>Track per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905755"/>
            <a:ext cx="3291839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Motion + box cost, ambiguity abstention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49039"/>
            <a:ext cx="3474720" cy="21031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840479"/>
            <a:ext cx="3474720" cy="1156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8C"/>
                </a:solidFill>
                <a:latin typeface="Calibri"/>
              </a:rPr>
              <a:t>Persist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05755"/>
            <a:ext cx="3291839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SQLite, model hashes, audit 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749039"/>
            <a:ext cx="3474720" cy="21031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3840479"/>
            <a:ext cx="3474720" cy="1156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8C"/>
                </a:solidFill>
                <a:latin typeface="Calibri"/>
              </a:rPr>
              <a:t>Review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905755"/>
            <a:ext cx="3291839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Queries, rules, signed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A6775"/>
                </a:solidFill>
                <a:latin typeface="Calibri"/>
              </a:rPr>
              <a:t>Plus: reproducible evaluation tools that state what is and is not 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Existing Work and Literature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8813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840480"/>
                <a:gridCol w="3749039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D3D"/>
                          </a:solidFill>
                          <a:latin typeface="Calibri"/>
                        </a:rPr>
                        <a:t>Role in SAKSHI</a:t>
                      </a:r>
                    </a:p>
                  </a:txBody>
                  <a:tcPr>
                    <a:solidFill>
                      <a:srgbClr val="DCE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YOLO [Redmon 2016], YOLOv8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Single-stage real-time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Pretrained vehicle and person 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SORT / DeepSORT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Motion + Hungarian assignment; learned appearance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Inspires global-assignment tracker; no appearance model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YOLO-based ALPR [Laroca 2018]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Detect plate, then read characters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Two-stage plate detector + OCR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MobileViT / v2 [Mehta 2022]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Convolution + separable self-attention for mobile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Backbone of the plate OCR model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Integer quantisation [Jacob 2018]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Lower precision for speed and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D3D"/>
                          </a:solidFill>
                          <a:latin typeface="Calibri"/>
                        </a:rPr>
                        <a:t>INT8 detector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1F4E8C"/>
                </a:solidFill>
                <a:latin typeface="Calibri"/>
              </a:rPr>
              <a:t>Gap addressed: an integrated review workflow around uncertain predictions (provenance, audit, abstention), not a new detector.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Proposed System: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01" y="1188720"/>
            <a:ext cx="6723116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371600"/>
            <a:ext cx="3108960" cy="12801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63040"/>
            <a:ext cx="310896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1F4E8C"/>
                </a:solidFill>
                <a:latin typeface="Calibri"/>
              </a:rPr>
              <a:t>1 processor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75688"/>
            <a:ext cx="2926079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Viewers read cached output; no extra workers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834640"/>
            <a:ext cx="3108960" cy="12801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26080"/>
            <a:ext cx="310896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1F4E8C"/>
                </a:solidFill>
                <a:latin typeface="Calibri"/>
              </a:rPr>
              <a:t>MP4 / RTSP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538728"/>
            <a:ext cx="2926079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Input sources, 9 cameras in the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297680"/>
            <a:ext cx="3108960" cy="12801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389120"/>
            <a:ext cx="310896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1F4E8C"/>
                </a:solidFill>
                <a:latin typeface="Calibri"/>
              </a:rPr>
              <a:t>Signed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001768"/>
            <a:ext cx="2926079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SHA-256 hashes, optional Ed25519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Dataset and Input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56032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1F4E8C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276856"/>
            <a:ext cx="2377439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cameras: 6 bundled, 3 managed originals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1F4E8C"/>
                </a:solidFill>
                <a:latin typeface="Calibri"/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76856"/>
            <a:ext cx="2377439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prediction-blind review frames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560320" cy="16459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256032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1F4E8C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76856"/>
            <a:ext cx="2377439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plate crops reviewed by a person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560320" cy="16459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63040"/>
            <a:ext cx="256032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1F4E8C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276856"/>
            <a:ext cx="2377439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labelled held-out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CAM-01 to CAM-06: bundled clips for replay and detector calibration. CAM-07 to CAM-09: higher-resolution originals for plate review.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Models are pretrained, so no training set was collected; there is no labelled test set, so no accuracy is claimed.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Privacy mode pixelates people and plates before output is shared.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AI Technique: Transformer-Style Plate OCR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mobile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418" y="1188720"/>
            <a:ext cx="6632123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MobileViT-v2 mixes convolution (local detail) with separable self-attention (global layout) at linear cost, so it runs on CPU.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Plate detector: YOLOv9-tiny at 384 × 384; OCR model: global-plates-mobile-vit-v2; both via ONNX Runtime.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Plate Reading: Abstain Unless Evidence Agrees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plate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68" y="1188720"/>
            <a:ext cx="7389423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54880"/>
            <a:ext cx="3474720" cy="13716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347472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≥ 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509260"/>
            <a:ext cx="3291839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OCR confidence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754880"/>
            <a:ext cx="3474720" cy="13716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846320"/>
            <a:ext cx="347472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3 of last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509260"/>
            <a:ext cx="3291839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reads must agree on one 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754880"/>
            <a:ext cx="3474720" cy="13716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347472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Else: raw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509260"/>
            <a:ext cx="3291839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kept for review, never an identity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Camera-Local Tracking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D3D"/>
                </a:solidFill>
                <a:latin typeface="Calibri"/>
              </a:rPr>
              <a:t>Association cost between a track and a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6858000" cy="54864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9202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F2D3D"/>
                </a:solidFill>
                <a:latin typeface="Calibri"/>
              </a:rPr>
              <a:t>distance 0.75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828800" cy="548640"/>
          </a:xfrm>
          <a:prstGeom prst="rect">
            <a:avLst/>
          </a:prstGeom>
          <a:solidFill>
            <a:srgbClr val="4F9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74320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F2D3D"/>
                </a:solidFill>
                <a:latin typeface="Calibri"/>
              </a:rPr>
              <a:t>1 − IoU 0.20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457200" cy="5486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F2D3D"/>
                </a:solidFill>
                <a:latin typeface="Calibri"/>
              </a:rPr>
              <a:t>area change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Minimum-cost assignment per frame; near-equal competing matches are marked ambiguous and those tracks are retired.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Track IDs are local to one camera: no appearance model, so no cross-camera identity is claimed.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Results: Nine-Camera Replay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315199" cy="41051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280160"/>
            <a:ext cx="3383280" cy="12801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38328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1.17 FPS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984248"/>
            <a:ext cx="3200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349 frames in 298 s (target 2.0)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43200"/>
            <a:ext cx="3383280" cy="12801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834640"/>
            <a:ext cx="338328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0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47288"/>
            <a:ext cx="3200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no failed inference attempts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06240"/>
            <a:ext cx="3383280" cy="12801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97679"/>
            <a:ext cx="338328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830 MiB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910327"/>
            <a:ext cx="3200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median memory; 163% median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5A6775"/>
                </a:solidFill>
                <a:latin typeface="Calibri"/>
              </a:rPr>
              <a:t>Almost every 500 ms overrun comes from CAM-07 to CAM-09: full-resolution plate inference is the bottleneck.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Results: INT8 Quantisation Speed-Up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400800" cy="39552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371600"/>
            <a:ext cx="4114800" cy="13716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411480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1F4E8C"/>
                </a:solidFill>
                <a:latin typeface="Calibri"/>
              </a:rPr>
              <a:t>55.8 vs 92.8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125980"/>
            <a:ext cx="393192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INT8 ONNX vs PyTorch FP32 median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926080"/>
            <a:ext cx="4114800" cy="13716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017520"/>
            <a:ext cx="411480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3.6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3680460"/>
            <a:ext cx="393192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INT8 model vs 12.8 MB FP32 ONNX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89120"/>
            <a:ext cx="4114800" cy="11887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480559"/>
            <a:ext cx="4114800" cy="6537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15 of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5042916"/>
            <a:ext cx="3931920" cy="5349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775"/>
                </a:solidFill>
                <a:latin typeface="Calibri"/>
              </a:rPr>
              <a:t>detections matched FP32 (unlabelled)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A6775"/>
                </a:solidFill>
                <a:latin typeface="Calibri"/>
              </a:rPr>
              <a:t>Detector-only, 10 runs after 2 warm-ups. Agreement with FP32 is not accuracy. INT8 is not yet in live inference.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Results: Plate Gates on Real Crops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c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20" y="1280160"/>
            <a:ext cx="6655078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4630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21 selected crops: 16 unreadable, 4 readable, 1 uncertain.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All 4 readable crops were misread, and all 4 were rejected by the gates.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None became a supported plate identity.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Offline probe: 68 crop variants, 1 exact match, 5 passed gates.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A6775"/>
                </a:solidFill>
                <a:latin typeface="Calibri"/>
              </a:rPr>
              <a:t>Selected sample, not representative: shows abstention behaviour, not OCR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Projection: Scaling the Architecture (Estimate)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120640" cy="3056646"/>
          </a:xfrm>
          <a:prstGeom prst="rect">
            <a:avLst/>
          </a:prstGeom>
        </p:spPr>
      </p:pic>
      <p:pic>
        <p:nvPicPr>
          <p:cNvPr id="8" name="Picture 7" descr="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852160" cy="23135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Not tested: full hardware and budget were unavailable. B is derived from measured INT8 latency; C assumes linear scaling by camera; D assumes 10× (illustrative).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Conclusion and Future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D3D"/>
                </a:solidFill>
                <a:latin typeface="Calibri"/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End-to-end AI pipeline: detect, read, track, store, review.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Zero failures over a nine-camera replay.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Uncertainty controls that abstain instead of guessing.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Honest scope: runtime measured, accuracy not claimed.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D3D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Authorised labelled dataset and held-out evaluation.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Fine-tune OCR on regional plates.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GPU and edge profiling; INT8 in live inference.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Verified clocks and locations for cross-camera journeys.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Privacy, legal and security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References and Demo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15240">
            <a:solidFill>
              <a:srgbClr val="1F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775"/>
                </a:solidFill>
                <a:latin typeface="Calibri"/>
              </a:rPr>
              <a:t>SAKSHI  |  CSE311 Artificial Intelligence  |  IIIT Kottayam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775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J. Redmon et al., You Only Look Once, CVPR 2016.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A. Bewley et al., SORT, ICIP 2016; N. Wojke et al., DeepSORT, ICIP 2017.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R. Laroca et al., Robust Real-Time ALPR Based on YOLO, IJCNN 2018.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S. Mehta, M. Rastegari, MobileViT, ICLR 2022; Separable Self-Attention, TMLR 2023.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B. Jacob et al., Integer-Arithmetic-Only Inference, CVPR 2018.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Calibri"/>
              </a:rPr>
              <a:t>•  Ultralytics YOLOv8, Fast-ALPR, FastPlateOCR, Open Image Models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4E8C"/>
                </a:solidFill>
                <a:latin typeface="Calibri"/>
              </a:rPr>
              <a:t>Demo: uv run run.py, then open http://localhost:5174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